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61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ClinGen Cohort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VDS Browser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Ülevaade tehtust, plaanitust ja avatud küsimustest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Märts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Ülevaade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463040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161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" y="1399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GVCF failid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517904"/>
            <a:ext cx="20116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38528" y="1143000"/>
            <a:ext cx="1463040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12161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75104" y="1399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75104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01568" y="1517904"/>
            <a:ext cx="20116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02736" y="1143000"/>
            <a:ext cx="1463040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75888" y="12161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75888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39312" y="1399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Annoteerimine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39312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 · CADD · ClinVar · gnomAD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65776" y="1517904"/>
            <a:ext cx="20116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66944" y="1143000"/>
            <a:ext cx="1463040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40096" y="12161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40096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1399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otsinguindeks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9984" y="1517904"/>
            <a:ext cx="20116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31152" y="1143000"/>
            <a:ext cx="1463040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04304" y="12161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04304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67728" y="1399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Veebibrauser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67728" y="16459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fork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21031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Inkrementaalne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laadimine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uued proovid lisatakse olemasolevale VDS-ile;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versioonitud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Annotatsioon 4 allikast: VEP (geeniinfo, tagajärg, HGVS), CADD (patogeensus), ClinVar (kliiniline tähtsus), gnomAD (populatsioonisagedused)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Veebibrauser töötab lokaalselt Docker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Compose'iga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otsing geeni, variandi ID, regiooni ja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ranscripti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järgi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Kõik variantide andmed indekseeritud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Elasticsearchi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kiire pärimine 35 välja järgi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Tehtud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Sisestuspipeline (GVCF → VDS)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53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Paralleelne bcftools eeltöötlus kõigile proovidele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910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 VDS combiner - inkrementaalne, manifest status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828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saab katkestuse järel jätkata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Kohorti sagedused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2450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ac_total, an_total, af_total, hom_count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6883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Arvutatakse automaatselt Hail variant_qc() abil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 annoteerimine (v108, GRCh37)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310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gene_symbol, consequence, impact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35478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HGVS: gdna, cdna, p_nomen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785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Kanonilise transkripti valimine (MANE select, NM_**)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0" cy="39319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15214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10972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Lisaannotatsioonid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1353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 v1.4 — in silico patogeensuse skoor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15910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— kliiniline tähtsus (VEP plugin)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1828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v2.1.1 — populatsioonisagedus (gnomad_af)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2494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2194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+ veebibrauser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28032" y="2450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Kõik väljad eksporditud Elasticsearchi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26883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browseri fork kohandatud kohordile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2926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Otsing variandi ID, geeni, regiooni, transkripti järgi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3163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- Elasticsearch, Redis, API, brauser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tegemata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972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Metaandmete liitmine (GE serverist)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age, care_site, panel, HPO_ID, HPO_termin, health_status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Andmed tulevad GE serveri koondtabelist — vaja liidestus sample_id järgi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health_status eristab patsiendid (affected) ja terveid sugulasi (non-affected)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1762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Non-Finnish European sagedus (gnomad_nonfin)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Praegu eksporditud ainult üldine gnomAD AF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035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WES/WGS analüüsitüüp ja instrument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väli (WES/WGS) ja instrument (nt NovaSeq X)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11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 võtta Hail sisendparameetritest või VCF päistest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8953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 </a:t>
            </a:r>
            <a:r>
              <a:rPr lang="en-US" sz="13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annotatsioon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5137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 pipeline vajab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seadistamis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Otsused ja avatud küsimused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18120" y="1115568"/>
            <a:ext cx="1005840" cy="219456"/>
          </a:xfrm>
          <a:prstGeom prst="rect">
            <a:avLst/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8120" y="11155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Kinnitatud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0972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Geeniandmed ja metaandmed on eraldi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Variandid ja kliinilised metaandmed asuvad eri maatriksites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Päringu tegemisel liidetakse andmed sample_id järgi kokku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8120" y="2011680"/>
            <a:ext cx="1005840" cy="219456"/>
          </a:xfrm>
          <a:prstGeom prst="rect">
            <a:avLst/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18120" y="2011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Otsustatud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4825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19933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Sugulased jäävad andmebaasi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24942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Triod ja muud perekonnaliikmed jäävad kõik andmebaasi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46888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health_status väli eristab patsiendid (affected) ja terveid sugulasi (non-affected)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68833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Võimaldab hiljem ka segregatsioonianalüüsi teha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8120" y="3127248"/>
            <a:ext cx="1005840" cy="219456"/>
          </a:xfrm>
          <a:prstGeom prst="rect">
            <a:avLst/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3127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Otsustatud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310896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Kromosomaalne sugu Haili pipelinest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Kasutame kromosomaalne sugu, mille Hail pipeline ise määrab (X/Y kromosoomide katvuse põhjal)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5844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serveri metaandmetest sugu ei võeta — kromosomaalne on täpsem ja automaatne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Princeton University, 2026 (preprint) — rakendatud haruldaste neeruhaiguste kohordile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PÕHIIDEE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patsiendi kõik variandid (kodeerivad + mittekodeerivad) koondatakse geeni tasandil üheks arvuliseks esituseks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Kodeerivad variandid: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AlphaMissense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hindab, kui palju muutus valku kahjustab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Regulatoorsed variandid: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ExpectoSC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hindab geeni ekspressiooni häirumist konkreetses rakutüübis (podocyte, B-rakk, T-rakk jne)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Tulemus: iga patsient = maatriks (geenid × rakutüübid) → sisend ennustusmudelist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Mudel ennustab kliinilisi tulemeid ainult DNA-järjestuse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põhjal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ilma haiguslugu vajamata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0" cy="39319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TULEMUSED ARTIKLIST  (CUREGN, 1 846 PATSIENTI)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72200" y="135331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neerufunktsiooni languse ennustus (eGFR)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72200" y="201168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neerupuudulikkuse ennustus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487168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6700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parem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267004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 polügeensed riskiskoorid (PGS)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145536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4198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MUUD OMADUSED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63931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Mudel töötab enne diagnoosi — põhineb germline DNA-l, mitte kliinilistel mõõtmistel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Interpreteeritav: SHAP analüüs näitab, millised geenid otsust mõjutasid (nt RPS6KA1, EYA2)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Meie</a:t>
            </a: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MEIE </a:t>
            </a:r>
            <a:r>
              <a:rPr lang="en-US" sz="900" b="1" kern="0" spc="200" dirty="0" err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katab ainult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eksonid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(2% genoomist)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AlphaMissense skoorid (kodeeriv osa) saab arvutada — see töötab WES-iga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ExpectoSC regulatoorsed skoorid ei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tööta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need vajavad variante ±20 kb ümber geeni, mida WES ei kata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Saame ainult kodeeriva osa Volaria analüüsist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Regulatoorsed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signaalid on neerupuudulikkuse ennustamisel sama olulised kui kodeerivad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0" cy="39319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 katab kogu genoomi — mõlemad komponendid töötavad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Täisanalüüs: AlphaMissense +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ExpectoSC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Volaria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embedding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Vahepealne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lahendus: WES + ainult kodeeriv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moodul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annaks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siiski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esialgse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ülevaate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Meie</a:t>
            </a: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77640" cy="178308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9776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patsiendi genoomne riskiskoor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3749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Arvutatav riskipunktisumma valitud tulemiks (nt haiguse progressioon, ravi vastus)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 kasutada patsientide stratifitseerimiseks juba diagnoosi hetkel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Põhineb ainult DNA-l - ei vaja haiguslugu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RNAseqi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mõõtmisi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3977640" cy="178308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39776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Millised geenid on olulised?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463040"/>
            <a:ext cx="3749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analüüs toob välja, millised geenid mudeli otsust kõige rohkem mõjutasid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Bioloogiliselt tõlgendatavad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tulemused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kast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 siduda meie HPO fenotüüpide ja paneeli geenidega</a:t>
            </a:r>
            <a:endParaRPr lang="en-US" sz="1150" b="1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3977640" cy="178308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397764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Alustamine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383280"/>
            <a:ext cx="3749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VCF/GVCF failid (WES töötab osaliselt, WGS täielikult)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Kliiniline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tulemusnäitaja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nt HPO profiil, haiguse raskusaste, järelkontroll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Kontrollgrupp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nt terved pereliikmed (non-affected)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või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3977640" cy="178308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3440" y="2999232"/>
            <a:ext cx="397764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Uudsus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383280"/>
            <a:ext cx="3749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Volaria on testitud ainult neeruhaiguste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kohordil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saaksime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juurde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lisada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harvikhaiguseid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Esimene rakendus oligogeensete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haiguste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kontekstis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799</Words>
  <Application>Microsoft Macintosh PowerPoint</Application>
  <PresentationFormat>On-screen Show (16:9)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ClinGen Cohort VDS Browser</dc:title>
  <dc:subject>PptxGenJS Presentation</dc:subject>
  <dc:creator>PptxGenJS</dc:creator>
  <cp:lastModifiedBy>Markus Marandi</cp:lastModifiedBy>
  <cp:revision>3</cp:revision>
  <dcterms:created xsi:type="dcterms:W3CDTF">2026-03-19T09:09:21Z</dcterms:created>
  <dcterms:modified xsi:type="dcterms:W3CDTF">2026-03-19T09:18:58Z</dcterms:modified>
</cp:coreProperties>
</file>